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1496" r:id="rId2"/>
    <p:sldId id="1497" r:id="rId3"/>
    <p:sldId id="1499" r:id="rId4"/>
    <p:sldId id="1500" r:id="rId5"/>
    <p:sldId id="1501" r:id="rId6"/>
    <p:sldId id="1502" r:id="rId7"/>
    <p:sldId id="1503" r:id="rId8"/>
    <p:sldId id="1504" r:id="rId9"/>
    <p:sldId id="1505" r:id="rId10"/>
    <p:sldId id="1509" r:id="rId11"/>
    <p:sldId id="1506" r:id="rId12"/>
    <p:sldId id="1507" r:id="rId13"/>
  </p:sldIdLst>
  <p:sldSz cx="9144000" cy="6858000" type="screen4x3"/>
  <p:notesSz cx="6858000" cy="9723438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itchFamily="34" charset="0"/>
        <a:ea typeface="+mn-ea"/>
        <a:cs typeface="Times New Roman" charset="0"/>
      </a:defRPr>
    </a:lvl1pPr>
    <a:lvl2pPr marL="4572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itchFamily="34" charset="0"/>
        <a:ea typeface="+mn-ea"/>
        <a:cs typeface="Times New Roman" charset="0"/>
      </a:defRPr>
    </a:lvl2pPr>
    <a:lvl3pPr marL="9144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itchFamily="34" charset="0"/>
        <a:ea typeface="+mn-ea"/>
        <a:cs typeface="Times New Roman" charset="0"/>
      </a:defRPr>
    </a:lvl3pPr>
    <a:lvl4pPr marL="13716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itchFamily="34" charset="0"/>
        <a:ea typeface="+mn-ea"/>
        <a:cs typeface="Times New Roman" charset="0"/>
      </a:defRPr>
    </a:lvl4pPr>
    <a:lvl5pPr marL="18288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itchFamily="34" charset="0"/>
        <a:ea typeface="+mn-ea"/>
        <a:cs typeface="Times New Roman" charset="0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Tahoma" pitchFamily="34" charset="0"/>
        <a:ea typeface="+mn-ea"/>
        <a:cs typeface="Times New Roman" charset="0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Tahoma" pitchFamily="34" charset="0"/>
        <a:ea typeface="+mn-ea"/>
        <a:cs typeface="Times New Roman" charset="0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Tahoma" pitchFamily="34" charset="0"/>
        <a:ea typeface="+mn-ea"/>
        <a:cs typeface="Times New Roman" charset="0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Tahoma" pitchFamily="34" charset="0"/>
        <a:ea typeface="+mn-ea"/>
        <a:cs typeface="Times New Roman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32">
          <p15:clr>
            <a:srgbClr val="A4A3A4"/>
          </p15:clr>
        </p15:guide>
        <p15:guide id="2" orient="horz" pos="4088">
          <p15:clr>
            <a:srgbClr val="A4A3A4"/>
          </p15:clr>
        </p15:guide>
        <p15:guide id="3" orient="horz" pos="913">
          <p15:clr>
            <a:srgbClr val="A4A3A4"/>
          </p15:clr>
        </p15:guide>
        <p15:guide id="4" orient="horz" pos="686">
          <p15:clr>
            <a:srgbClr val="A4A3A4"/>
          </p15:clr>
        </p15:guide>
        <p15:guide id="5" pos="2880">
          <p15:clr>
            <a:srgbClr val="A4A3A4"/>
          </p15:clr>
        </p15:guide>
        <p15:guide id="6" pos="272">
          <p15:clr>
            <a:srgbClr val="A4A3A4"/>
          </p15:clr>
        </p15:guide>
        <p15:guide id="7" pos="5488">
          <p15:clr>
            <a:srgbClr val="A4A3A4"/>
          </p15:clr>
        </p15:guide>
        <p15:guide id="8" pos="480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62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FFFF99"/>
    <a:srgbClr val="CCFF99"/>
    <a:srgbClr val="9900FF"/>
    <a:srgbClr val="CC3300"/>
    <a:srgbClr val="66CCFF"/>
    <a:srgbClr val="99CCFF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 horzBarState="maximized">
    <p:restoredLeft sz="17402" autoAdjust="0"/>
    <p:restoredTop sz="83361" autoAdjust="0"/>
  </p:normalViewPr>
  <p:slideViewPr>
    <p:cSldViewPr showGuides="1">
      <p:cViewPr varScale="1">
        <p:scale>
          <a:sx n="80" d="100"/>
          <a:sy n="80" d="100"/>
        </p:scale>
        <p:origin x="869" y="67"/>
      </p:cViewPr>
      <p:guideLst>
        <p:guide orient="horz" pos="232"/>
        <p:guide orient="horz" pos="4088"/>
        <p:guide orient="horz" pos="913"/>
        <p:guide orient="horz" pos="686"/>
        <p:guide pos="2880"/>
        <p:guide pos="272"/>
        <p:guide pos="5488"/>
        <p:guide pos="4808"/>
      </p:guideLst>
    </p:cSldViewPr>
  </p:slideViewPr>
  <p:outlineViewPr>
    <p:cViewPr>
      <p:scale>
        <a:sx n="33" d="100"/>
        <a:sy n="33" d="100"/>
      </p:scale>
      <p:origin x="0" y="1094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324"/>
    </p:cViewPr>
  </p:sorterViewPr>
  <p:notesViewPr>
    <p:cSldViewPr showGuides="1">
      <p:cViewPr varScale="1">
        <p:scale>
          <a:sx n="45" d="100"/>
          <a:sy n="45" d="100"/>
        </p:scale>
        <p:origin x="2760" y="40"/>
      </p:cViewPr>
      <p:guideLst>
        <p:guide orient="horz" pos="3062"/>
        <p:guide pos="2160"/>
      </p:guideLst>
    </p:cSldViewPr>
  </p:notesViewPr>
  <p:gridSpacing cx="180023" cy="180023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37663"/>
            <a:ext cx="2971800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9237663"/>
            <a:ext cx="2971800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fld id="{4AB411D2-A6EB-4DAF-8A9E-07638817F15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3079" name="Line 7"/>
          <p:cNvSpPr>
            <a:spLocks noChangeShapeType="1"/>
          </p:cNvSpPr>
          <p:nvPr/>
        </p:nvSpPr>
        <p:spPr bwMode="auto">
          <a:xfrm>
            <a:off x="3429000" y="685800"/>
            <a:ext cx="0" cy="838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>
              <a:defRPr/>
            </a:pP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062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549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00125" y="730250"/>
            <a:ext cx="4857750" cy="364331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618038"/>
            <a:ext cx="5029200" cy="4376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37663"/>
            <a:ext cx="2971800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9237663"/>
            <a:ext cx="2971800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fld id="{1C61024D-55D9-45FC-A111-B43E00C6217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Times New Roman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Times New Roman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Times New Roman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Times New Roman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Times New Roman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11529C-6C1B-4CE8-AB21-A0CC2ECA0E10}" type="slidenum">
              <a:rPr lang="en-GB" smtClean="0"/>
              <a:pPr/>
              <a:t>1</a:t>
            </a:fld>
            <a:endParaRPr lang="en-GB"/>
          </a:p>
        </p:txBody>
      </p:sp>
      <p:sp>
        <p:nvSpPr>
          <p:cNvPr id="368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 cap="flat"/>
        </p:spPr>
      </p:sp>
      <p:sp>
        <p:nvSpPr>
          <p:cNvPr id="368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579885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B9B74D7-94F5-4EC1-9A78-E168D10EDFAA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369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 cap="flat"/>
        </p:spPr>
      </p:sp>
      <p:sp>
        <p:nvSpPr>
          <p:cNvPr id="369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7727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83CF7A4-B3F2-4AFC-BA2D-0FCE73F6CB1D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299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 cap="flat"/>
        </p:spPr>
      </p:sp>
      <p:sp>
        <p:nvSpPr>
          <p:cNvPr id="299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913015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AE27243-46DF-44A3-8BAA-9AD353FFB389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300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 cap="flat"/>
        </p:spPr>
      </p:sp>
      <p:sp>
        <p:nvSpPr>
          <p:cNvPr id="300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39211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B0FC88F-CA01-42CA-AA6A-96AA3F219DB3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301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 cap="flat"/>
        </p:spPr>
      </p:sp>
      <p:sp>
        <p:nvSpPr>
          <p:cNvPr id="301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504698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C0E137E-2CBE-4EC7-9961-8512F904C773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302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 cap="flat"/>
        </p:spPr>
      </p:sp>
      <p:sp>
        <p:nvSpPr>
          <p:cNvPr id="302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858513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C0E137E-2CBE-4EC7-9961-8512F904C773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302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 cap="flat"/>
        </p:spPr>
      </p:sp>
      <p:sp>
        <p:nvSpPr>
          <p:cNvPr id="302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295935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9EE15F3-6CB4-41CB-9919-1D2540DFB033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432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 cap="flat"/>
        </p:spPr>
      </p:sp>
      <p:sp>
        <p:nvSpPr>
          <p:cNvPr id="432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283923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2456280-72AC-4649-8114-A3E6DEFF1552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418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 cap="flat"/>
        </p:spPr>
      </p:sp>
      <p:sp>
        <p:nvSpPr>
          <p:cNvPr id="418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635634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2456280-72AC-4649-8114-A3E6DEFF1552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418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 cap="flat"/>
        </p:spPr>
      </p:sp>
      <p:sp>
        <p:nvSpPr>
          <p:cNvPr id="418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324263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B94E80D-BAA7-4B4C-B887-510CCBA14E7E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307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 cap="flat"/>
        </p:spPr>
      </p:sp>
      <p:sp>
        <p:nvSpPr>
          <p:cNvPr id="307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969735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5A4F9CE-D71B-4439-89B6-5EE4E790A874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308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 cap="flat"/>
        </p:spPr>
      </p:sp>
      <p:sp>
        <p:nvSpPr>
          <p:cNvPr id="308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4462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1800" y="1449388"/>
            <a:ext cx="8280400" cy="5408612"/>
          </a:xfrm>
          <a:noFill/>
        </p:spPr>
        <p:txBody>
          <a:bodyPr/>
          <a:lstStyle>
            <a:lvl1pPr>
              <a:buNone/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>
              <a:buNone/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2pPr>
            <a:lvl3pPr>
              <a:buNone/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3pPr>
            <a:lvl4pPr>
              <a:buNone/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4pPr>
            <a:lvl5pPr>
              <a:buNone/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31800" y="368300"/>
            <a:ext cx="7200591" cy="7207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31800" y="368300"/>
            <a:ext cx="7200900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</a:t>
            </a:r>
            <a:r>
              <a:rPr lang="en-ZA" dirty="0"/>
              <a:t> </a:t>
            </a:r>
            <a:r>
              <a:rPr lang="en-GB" dirty="0"/>
              <a:t>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1800" y="1449388"/>
            <a:ext cx="8280400" cy="5408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GB" dirty="0"/>
              <a:t>Line 1</a:t>
            </a:r>
          </a:p>
          <a:p>
            <a:pPr lvl="0"/>
            <a:r>
              <a:rPr lang="en-GB" dirty="0"/>
              <a:t>Line 2</a:t>
            </a:r>
          </a:p>
          <a:p>
            <a:pPr lvl="0"/>
            <a:r>
              <a:rPr lang="en-GB" dirty="0"/>
              <a:t>Line 3</a:t>
            </a:r>
          </a:p>
          <a:p>
            <a:pPr lvl="0"/>
            <a:r>
              <a:rPr lang="en-GB" dirty="0"/>
              <a:t>Line 4</a:t>
            </a:r>
          </a:p>
          <a:p>
            <a:pPr lvl="0"/>
            <a:r>
              <a:rPr lang="en-GB" dirty="0"/>
              <a:t>Line 5</a:t>
            </a:r>
          </a:p>
          <a:p>
            <a:pPr lvl="0"/>
            <a:r>
              <a:rPr lang="en-GB" dirty="0"/>
              <a:t>Line 6</a:t>
            </a:r>
          </a:p>
          <a:p>
            <a:pPr lvl="0"/>
            <a:r>
              <a:rPr lang="en-GB" dirty="0"/>
              <a:t>Line 7</a:t>
            </a:r>
          </a:p>
          <a:p>
            <a:pPr lvl="0"/>
            <a:r>
              <a:rPr lang="en-GB" dirty="0"/>
              <a:t>Line 8</a:t>
            </a:r>
          </a:p>
          <a:p>
            <a:pPr lvl="0"/>
            <a:r>
              <a:rPr lang="en-GB" dirty="0"/>
              <a:t>Line 9</a:t>
            </a:r>
          </a:p>
          <a:p>
            <a:pPr lvl="0"/>
            <a:r>
              <a:rPr lang="en-GB" dirty="0"/>
              <a:t>Line 10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Tahoma" pitchFamily="34" charset="0"/>
          <a:cs typeface="Times New Roman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Tahoma" pitchFamily="34" charset="0"/>
          <a:cs typeface="Times New Roman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Tahoma" pitchFamily="34" charset="0"/>
          <a:cs typeface="Times New Roman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Tahoma" pitchFamily="34" charset="0"/>
          <a:cs typeface="Times New Roman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FFFF00"/>
          </a:solidFill>
          <a:latin typeface="Tahoma" pitchFamily="34" charset="0"/>
          <a:cs typeface="Times New Roman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FFFF00"/>
          </a:solidFill>
          <a:latin typeface="Tahoma" pitchFamily="34" charset="0"/>
          <a:cs typeface="Times New Roman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FFFF00"/>
          </a:solidFill>
          <a:latin typeface="Tahoma" pitchFamily="34" charset="0"/>
          <a:cs typeface="Times New Roman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FFFF00"/>
          </a:solidFill>
          <a:latin typeface="Tahoma" pitchFamily="34" charset="0"/>
          <a:cs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defRPr sz="28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bg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defRPr>
          <a:solidFill>
            <a:schemeClr val="bg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defRPr>
          <a:solidFill>
            <a:schemeClr val="bg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defRPr>
          <a:solidFill>
            <a:schemeClr val="bg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defRPr>
          <a:solidFill>
            <a:schemeClr val="bg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3"/>
          <p:cNvSpPr>
            <a:spLocks noGrp="1" noChangeArrowheads="1"/>
          </p:cNvSpPr>
          <p:nvPr>
            <p:ph idx="1"/>
          </p:nvPr>
        </p:nvSpPr>
        <p:spPr>
          <a:xfrm>
            <a:off x="431800" y="1088701"/>
            <a:ext cx="8280400" cy="540861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ZA" sz="3600" dirty="0"/>
              <a:t>1. </a:t>
            </a:r>
            <a:r>
              <a:rPr lang="en-ZA" sz="3600" dirty="0" err="1"/>
              <a:t>Kom</a:t>
            </a:r>
            <a:r>
              <a:rPr lang="en-ZA" sz="3600" dirty="0"/>
              <a:t>, dank </a:t>
            </a:r>
            <a:r>
              <a:rPr lang="en-ZA" sz="3600" dirty="0" err="1"/>
              <a:t>nou</a:t>
            </a:r>
            <a:r>
              <a:rPr lang="en-ZA" sz="3600" dirty="0"/>
              <a:t> </a:t>
            </a:r>
            <a:r>
              <a:rPr lang="en-ZA" sz="3600" dirty="0" err="1"/>
              <a:t>almal</a:t>
            </a:r>
            <a:r>
              <a:rPr lang="en-ZA" sz="3600" dirty="0"/>
              <a:t> God</a:t>
            </a:r>
          </a:p>
          <a:p>
            <a:pPr>
              <a:defRPr/>
            </a:pPr>
            <a:r>
              <a:rPr lang="en-ZA" sz="3600" dirty="0"/>
              <a:t>Met hart </a:t>
            </a:r>
            <a:r>
              <a:rPr lang="en-ZA" sz="3600" dirty="0" err="1"/>
              <a:t>en</a:t>
            </a:r>
            <a:r>
              <a:rPr lang="en-ZA" sz="3600" dirty="0"/>
              <a:t> </a:t>
            </a:r>
            <a:r>
              <a:rPr lang="en-ZA" sz="3600" dirty="0" err="1"/>
              <a:t>mond</a:t>
            </a:r>
            <a:r>
              <a:rPr lang="en-ZA" sz="3600" dirty="0"/>
              <a:t> </a:t>
            </a:r>
            <a:r>
              <a:rPr lang="en-ZA" sz="3600" dirty="0" err="1"/>
              <a:t>en</a:t>
            </a:r>
            <a:r>
              <a:rPr lang="en-ZA" sz="3600" dirty="0"/>
              <a:t> </a:t>
            </a:r>
            <a:r>
              <a:rPr lang="en-ZA" sz="3600" dirty="0" err="1"/>
              <a:t>hande</a:t>
            </a:r>
            <a:r>
              <a:rPr lang="en-ZA" sz="3600" dirty="0"/>
              <a:t>;</a:t>
            </a:r>
          </a:p>
          <a:p>
            <a:pPr>
              <a:defRPr/>
            </a:pPr>
            <a:r>
              <a:rPr lang="en-ZA" sz="3600" dirty="0" err="1"/>
              <a:t>Loof</a:t>
            </a:r>
            <a:r>
              <a:rPr lang="en-ZA" sz="3600" dirty="0"/>
              <a:t> Hom wat wonders </a:t>
            </a:r>
            <a:r>
              <a:rPr lang="en-ZA" sz="3600" dirty="0" err="1"/>
              <a:t>doen</a:t>
            </a:r>
            <a:endParaRPr lang="en-ZA" sz="3600" dirty="0"/>
          </a:p>
          <a:p>
            <a:pPr>
              <a:defRPr/>
            </a:pPr>
            <a:r>
              <a:rPr lang="en-ZA" sz="3600" dirty="0"/>
              <a:t>Tot in die </a:t>
            </a:r>
            <a:r>
              <a:rPr lang="en-ZA" sz="3600" dirty="0" err="1"/>
              <a:t>verste</a:t>
            </a:r>
            <a:r>
              <a:rPr lang="en-ZA" sz="3600" dirty="0"/>
              <a:t> </a:t>
            </a:r>
            <a:r>
              <a:rPr lang="en-ZA" sz="3600" dirty="0" err="1"/>
              <a:t>lande</a:t>
            </a:r>
            <a:r>
              <a:rPr lang="en-ZA" sz="3600" dirty="0"/>
              <a:t>.</a:t>
            </a:r>
          </a:p>
          <a:p>
            <a:pPr>
              <a:defRPr/>
            </a:pPr>
            <a:r>
              <a:rPr lang="en-ZA" sz="3600" dirty="0"/>
              <a:t>Van </a:t>
            </a:r>
            <a:r>
              <a:rPr lang="en-ZA" sz="3600" dirty="0" err="1"/>
              <a:t>vroeg</a:t>
            </a:r>
            <a:r>
              <a:rPr lang="en-ZA" sz="3600" dirty="0"/>
              <a:t>, van </a:t>
            </a:r>
            <a:r>
              <a:rPr lang="en-ZA" sz="3600" dirty="0" err="1"/>
              <a:t>kindsbeen</a:t>
            </a:r>
            <a:r>
              <a:rPr lang="en-ZA" sz="3600" dirty="0"/>
              <a:t> </a:t>
            </a:r>
            <a:r>
              <a:rPr lang="en-ZA" sz="3600" dirty="0" err="1"/>
              <a:t>af</a:t>
            </a:r>
            <a:r>
              <a:rPr lang="en-ZA" sz="3600" dirty="0"/>
              <a:t>,</a:t>
            </a:r>
          </a:p>
          <a:p>
            <a:pPr>
              <a:defRPr/>
            </a:pPr>
            <a:r>
              <a:rPr lang="en-ZA" sz="3600" dirty="0"/>
              <a:t>Het Hy </a:t>
            </a:r>
            <a:r>
              <a:rPr lang="en-ZA" sz="3600" dirty="0" err="1"/>
              <a:t>ons</a:t>
            </a:r>
            <a:r>
              <a:rPr lang="en-ZA" sz="3600" dirty="0"/>
              <a:t> trou </a:t>
            </a:r>
            <a:r>
              <a:rPr lang="en-ZA" sz="3600" dirty="0" err="1"/>
              <a:t>bewaar</a:t>
            </a:r>
            <a:endParaRPr lang="en-ZA" sz="3600" dirty="0"/>
          </a:p>
          <a:p>
            <a:pPr>
              <a:defRPr/>
            </a:pPr>
            <a:r>
              <a:rPr lang="en-ZA" sz="3600" dirty="0"/>
              <a:t>En tot </a:t>
            </a:r>
            <a:r>
              <a:rPr lang="en-ZA" sz="3600" dirty="0" err="1"/>
              <a:t>vandag</a:t>
            </a:r>
            <a:r>
              <a:rPr lang="en-ZA" sz="3600" dirty="0"/>
              <a:t> toe </a:t>
            </a:r>
            <a:r>
              <a:rPr lang="en-ZA" sz="3600" dirty="0" err="1"/>
              <a:t>nog</a:t>
            </a:r>
            <a:endParaRPr lang="en-ZA" sz="3600" dirty="0"/>
          </a:p>
          <a:p>
            <a:pPr>
              <a:defRPr/>
            </a:pPr>
            <a:r>
              <a:rPr lang="en-ZA" sz="3600" dirty="0" err="1"/>
              <a:t>Geseën</a:t>
            </a:r>
            <a:r>
              <a:rPr lang="en-ZA" sz="3600" dirty="0"/>
              <a:t> </a:t>
            </a:r>
            <a:r>
              <a:rPr lang="en-ZA" sz="3600" dirty="0" err="1"/>
              <a:t>en</a:t>
            </a:r>
            <a:r>
              <a:rPr lang="en-ZA" sz="3600" dirty="0"/>
              <a:t> </a:t>
            </a:r>
            <a:r>
              <a:rPr lang="en-ZA" sz="3600" dirty="0" err="1"/>
              <a:t>gespaar</a:t>
            </a:r>
            <a:r>
              <a:rPr lang="en-ZA" sz="3600" dirty="0"/>
              <a:t>.</a:t>
            </a:r>
          </a:p>
        </p:txBody>
      </p:sp>
      <p:sp>
        <p:nvSpPr>
          <p:cNvPr id="149507" name="Rectangle 2"/>
          <p:cNvSpPr>
            <a:spLocks noGrp="1" noChangeArrowheads="1"/>
          </p:cNvSpPr>
          <p:nvPr>
            <p:ph type="title"/>
          </p:nvPr>
        </p:nvSpPr>
        <p:spPr>
          <a:xfrm>
            <a:off x="431800" y="8563"/>
            <a:ext cx="7200900" cy="720725"/>
          </a:xfrm>
        </p:spPr>
        <p:txBody>
          <a:bodyPr/>
          <a:lstStyle/>
          <a:p>
            <a:pPr>
              <a:defRPr/>
            </a:pPr>
            <a:r>
              <a:rPr lang="en-ZA" dirty="0" err="1"/>
              <a:t>Kom</a:t>
            </a:r>
            <a:r>
              <a:rPr lang="en-ZA" dirty="0"/>
              <a:t>, dank </a:t>
            </a:r>
            <a:r>
              <a:rPr lang="en-ZA" dirty="0" err="1"/>
              <a:t>nou</a:t>
            </a:r>
            <a:r>
              <a:rPr lang="en-ZA" dirty="0"/>
              <a:t> </a:t>
            </a:r>
            <a:r>
              <a:rPr lang="en-ZA" dirty="0" err="1"/>
              <a:t>almal</a:t>
            </a:r>
            <a:r>
              <a:rPr lang="en-ZA" dirty="0"/>
              <a:t> (L188)</a:t>
            </a:r>
          </a:p>
        </p:txBody>
      </p:sp>
    </p:spTree>
    <p:extLst>
      <p:ext uri="{BB962C8B-B14F-4D97-AF65-F5344CB8AC3E}">
        <p14:creationId xmlns:p14="http://schemas.microsoft.com/office/powerpoint/2010/main" val="77071323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3"/>
          <p:cNvSpPr>
            <a:spLocks noGrp="1" noChangeArrowheads="1"/>
          </p:cNvSpPr>
          <p:nvPr>
            <p:ph idx="1"/>
          </p:nvPr>
        </p:nvSpPr>
        <p:spPr>
          <a:xfrm>
            <a:off x="431800" y="1089651"/>
            <a:ext cx="8280400" cy="540861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ZA" sz="3600" dirty="0"/>
              <a:t>2. O God, so </a:t>
            </a:r>
            <a:r>
              <a:rPr lang="en-ZA" sz="3600" dirty="0" err="1"/>
              <a:t>ryk</a:t>
            </a:r>
            <a:r>
              <a:rPr lang="en-ZA" sz="3600" dirty="0"/>
              <a:t> </a:t>
            </a:r>
            <a:r>
              <a:rPr lang="en-ZA" sz="3600" dirty="0" err="1"/>
              <a:t>en</a:t>
            </a:r>
            <a:r>
              <a:rPr lang="en-ZA" sz="3600" dirty="0"/>
              <a:t> </a:t>
            </a:r>
            <a:r>
              <a:rPr lang="en-ZA" sz="3600" dirty="0" err="1"/>
              <a:t>goed</a:t>
            </a:r>
            <a:r>
              <a:rPr lang="en-ZA" sz="3600" dirty="0"/>
              <a:t>,</a:t>
            </a:r>
          </a:p>
          <a:p>
            <a:pPr>
              <a:defRPr/>
            </a:pPr>
            <a:r>
              <a:rPr lang="en-ZA" sz="3600" dirty="0"/>
              <a:t>gee </a:t>
            </a:r>
            <a:r>
              <a:rPr lang="en-ZA" sz="3600" dirty="0" err="1"/>
              <a:t>ons</a:t>
            </a:r>
            <a:r>
              <a:rPr lang="en-ZA" sz="3600" dirty="0"/>
              <a:t> </a:t>
            </a:r>
            <a:r>
              <a:rPr lang="en-ZA" sz="3600" dirty="0" err="1"/>
              <a:t>solank</a:t>
            </a:r>
            <a:r>
              <a:rPr lang="en-ZA" sz="3600" dirty="0"/>
              <a:t> </a:t>
            </a:r>
            <a:r>
              <a:rPr lang="en-ZA" sz="3600" dirty="0" err="1"/>
              <a:t>ons</a:t>
            </a:r>
            <a:r>
              <a:rPr lang="en-ZA" sz="3600" dirty="0"/>
              <a:t> </a:t>
            </a:r>
            <a:r>
              <a:rPr lang="en-ZA" sz="3600" dirty="0" err="1"/>
              <a:t>lewe</a:t>
            </a:r>
            <a:endParaRPr lang="en-ZA" sz="3600" dirty="0"/>
          </a:p>
          <a:p>
            <a:pPr>
              <a:defRPr/>
            </a:pPr>
            <a:r>
              <a:rPr lang="en-ZA" sz="3600" dirty="0" err="1"/>
              <a:t>altyd</a:t>
            </a:r>
            <a:r>
              <a:rPr lang="en-ZA" sz="3600" dirty="0"/>
              <a:t> ’n </a:t>
            </a:r>
            <a:r>
              <a:rPr lang="en-ZA" sz="3600" dirty="0" err="1"/>
              <a:t>blye</a:t>
            </a:r>
            <a:r>
              <a:rPr lang="en-ZA" sz="3600" dirty="0"/>
              <a:t> hart;</a:t>
            </a:r>
          </a:p>
          <a:p>
            <a:pPr>
              <a:defRPr/>
            </a:pPr>
            <a:r>
              <a:rPr lang="en-ZA" sz="3600" dirty="0"/>
              <a:t>as </a:t>
            </a:r>
            <a:r>
              <a:rPr lang="en-ZA" sz="3600" dirty="0" err="1"/>
              <a:t>dit</a:t>
            </a:r>
            <a:r>
              <a:rPr lang="en-ZA" sz="3600" dirty="0"/>
              <a:t> u </a:t>
            </a:r>
            <a:r>
              <a:rPr lang="en-ZA" sz="3600" dirty="0" err="1"/>
              <a:t>wil</a:t>
            </a:r>
            <a:r>
              <a:rPr lang="en-ZA" sz="3600" dirty="0"/>
              <a:t> is: </a:t>
            </a:r>
            <a:r>
              <a:rPr lang="en-ZA" sz="3600" dirty="0" err="1"/>
              <a:t>vrede</a:t>
            </a:r>
            <a:r>
              <a:rPr lang="en-ZA" sz="3600" dirty="0"/>
              <a:t>.</a:t>
            </a:r>
          </a:p>
          <a:p>
            <a:pPr>
              <a:defRPr/>
            </a:pPr>
            <a:r>
              <a:rPr lang="en-ZA" sz="3600" dirty="0"/>
              <a:t>Laat u </a:t>
            </a:r>
            <a:r>
              <a:rPr lang="en-ZA" sz="3600" dirty="0" err="1"/>
              <a:t>genade</a:t>
            </a:r>
            <a:r>
              <a:rPr lang="en-ZA" sz="3600" dirty="0"/>
              <a:t> </a:t>
            </a:r>
            <a:r>
              <a:rPr lang="en-ZA" sz="3600" dirty="0" err="1"/>
              <a:t>ons</a:t>
            </a:r>
            <a:endParaRPr lang="en-ZA" sz="3600" dirty="0"/>
          </a:p>
          <a:p>
            <a:pPr>
              <a:defRPr/>
            </a:pPr>
            <a:r>
              <a:rPr lang="en-ZA" sz="3600" dirty="0" err="1"/>
              <a:t>beveilig</a:t>
            </a:r>
            <a:r>
              <a:rPr lang="en-ZA" sz="3600" dirty="0"/>
              <a:t> teen </a:t>
            </a:r>
            <a:r>
              <a:rPr lang="en-ZA" sz="3600" dirty="0" err="1"/>
              <a:t>gevaar</a:t>
            </a:r>
            <a:r>
              <a:rPr lang="en-ZA" sz="3600" dirty="0"/>
              <a:t>,</a:t>
            </a:r>
          </a:p>
          <a:p>
            <a:pPr>
              <a:defRPr/>
            </a:pPr>
            <a:r>
              <a:rPr lang="en-ZA" sz="3600" dirty="0"/>
              <a:t>in </a:t>
            </a:r>
            <a:r>
              <a:rPr lang="en-ZA" sz="3600" dirty="0" err="1"/>
              <a:t>donker</a:t>
            </a:r>
            <a:r>
              <a:rPr lang="en-ZA" sz="3600" dirty="0"/>
              <a:t> </a:t>
            </a:r>
            <a:r>
              <a:rPr lang="en-ZA" sz="3600" dirty="0" err="1"/>
              <a:t>ure</a:t>
            </a:r>
            <a:r>
              <a:rPr lang="en-ZA" sz="3600" dirty="0"/>
              <a:t> </a:t>
            </a:r>
            <a:r>
              <a:rPr lang="en-ZA" sz="3600" dirty="0" err="1"/>
              <a:t>ons</a:t>
            </a:r>
            <a:endParaRPr lang="en-ZA" sz="3600" dirty="0"/>
          </a:p>
          <a:p>
            <a:pPr>
              <a:defRPr/>
            </a:pPr>
            <a:r>
              <a:rPr lang="en-ZA" sz="3600" dirty="0"/>
              <a:t>van </a:t>
            </a:r>
            <a:r>
              <a:rPr lang="en-ZA" sz="3600" dirty="0" err="1"/>
              <a:t>struikeling</a:t>
            </a:r>
            <a:r>
              <a:rPr lang="en-ZA" sz="3600" dirty="0"/>
              <a:t> </a:t>
            </a:r>
            <a:r>
              <a:rPr lang="en-ZA" sz="3600" dirty="0" err="1"/>
              <a:t>bewaar</a:t>
            </a:r>
            <a:r>
              <a:rPr lang="en-ZA" sz="3600" dirty="0"/>
              <a:t>.</a:t>
            </a:r>
          </a:p>
        </p:txBody>
      </p:sp>
      <p:sp>
        <p:nvSpPr>
          <p:cNvPr id="150531" name="Rectangle 2"/>
          <p:cNvSpPr>
            <a:spLocks noGrp="1" noChangeArrowheads="1"/>
          </p:cNvSpPr>
          <p:nvPr>
            <p:ph type="title"/>
          </p:nvPr>
        </p:nvSpPr>
        <p:spPr>
          <a:xfrm>
            <a:off x="431800" y="8563"/>
            <a:ext cx="7200591" cy="720725"/>
          </a:xfrm>
        </p:spPr>
        <p:txBody>
          <a:bodyPr/>
          <a:lstStyle/>
          <a:p>
            <a:pPr>
              <a:defRPr/>
            </a:pPr>
            <a:r>
              <a:rPr lang="en-ZA"/>
              <a:t>Kom, dank nou almal (L188)</a:t>
            </a:r>
          </a:p>
        </p:txBody>
      </p:sp>
    </p:spTree>
    <p:extLst>
      <p:ext uri="{BB962C8B-B14F-4D97-AF65-F5344CB8AC3E}">
        <p14:creationId xmlns:p14="http://schemas.microsoft.com/office/powerpoint/2010/main" val="36726093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3"/>
          <p:cNvSpPr>
            <a:spLocks noGrp="1" noChangeArrowheads="1"/>
          </p:cNvSpPr>
          <p:nvPr>
            <p:ph idx="1"/>
          </p:nvPr>
        </p:nvSpPr>
        <p:spPr>
          <a:xfrm>
            <a:off x="431800" y="1089651"/>
            <a:ext cx="8280400" cy="540861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ZA" sz="3600" dirty="0"/>
              <a:t>Ek </a:t>
            </a:r>
            <a:r>
              <a:rPr lang="en-ZA" sz="3600" dirty="0" err="1"/>
              <a:t>wil</a:t>
            </a:r>
            <a:r>
              <a:rPr lang="en-ZA" sz="3600" dirty="0"/>
              <a:t> die Here </a:t>
            </a:r>
            <a:r>
              <a:rPr lang="en-ZA" sz="3600" dirty="0" err="1"/>
              <a:t>dien</a:t>
            </a:r>
            <a:r>
              <a:rPr lang="en-ZA" sz="3600" dirty="0"/>
              <a:t> met my </a:t>
            </a:r>
            <a:r>
              <a:rPr lang="en-ZA" sz="3600" dirty="0" err="1"/>
              <a:t>lewe</a:t>
            </a:r>
            <a:endParaRPr lang="en-ZA" sz="3600" dirty="0"/>
          </a:p>
          <a:p>
            <a:pPr>
              <a:defRPr/>
            </a:pPr>
            <a:r>
              <a:rPr lang="en-ZA" sz="3600" dirty="0"/>
              <a:t>Want Hy </a:t>
            </a:r>
            <a:r>
              <a:rPr lang="en-ZA" sz="3600" dirty="0" err="1"/>
              <a:t>alleen</a:t>
            </a:r>
            <a:r>
              <a:rPr lang="en-ZA" sz="3600" dirty="0"/>
              <a:t> is God			(2x)</a:t>
            </a:r>
          </a:p>
          <a:p>
            <a:pPr>
              <a:defRPr/>
            </a:pPr>
            <a:endParaRPr lang="en-ZA" sz="3600" dirty="0"/>
          </a:p>
          <a:p>
            <a:pPr>
              <a:defRPr/>
            </a:pPr>
            <a:r>
              <a:rPr lang="en-ZA" sz="3600" dirty="0"/>
              <a:t>1. Hy’s die </a:t>
            </a:r>
            <a:r>
              <a:rPr lang="en-ZA" sz="3600" dirty="0" err="1"/>
              <a:t>enigste</a:t>
            </a:r>
            <a:r>
              <a:rPr lang="en-ZA" sz="3600" dirty="0"/>
              <a:t> pad </a:t>
            </a:r>
            <a:r>
              <a:rPr lang="en-ZA" sz="3600" dirty="0" err="1"/>
              <a:t>na</a:t>
            </a:r>
            <a:r>
              <a:rPr lang="en-ZA" sz="3600" dirty="0"/>
              <a:t> die Vader toe</a:t>
            </a:r>
          </a:p>
          <a:p>
            <a:pPr>
              <a:defRPr/>
            </a:pPr>
            <a:r>
              <a:rPr lang="en-ZA" sz="3600" dirty="0"/>
              <a:t>Hy’s die </a:t>
            </a:r>
            <a:r>
              <a:rPr lang="en-ZA" sz="3600" dirty="0" err="1"/>
              <a:t>Waarheid</a:t>
            </a:r>
            <a:r>
              <a:rPr lang="en-ZA" sz="3600" dirty="0"/>
              <a:t> – </a:t>
            </a:r>
            <a:r>
              <a:rPr lang="en-ZA" sz="3600" dirty="0" err="1"/>
              <a:t>en</a:t>
            </a:r>
            <a:r>
              <a:rPr lang="en-ZA" sz="3600" dirty="0"/>
              <a:t> die Weg</a:t>
            </a:r>
          </a:p>
          <a:p>
            <a:pPr>
              <a:defRPr/>
            </a:pPr>
            <a:r>
              <a:rPr lang="en-ZA" sz="3600" dirty="0" err="1"/>
              <a:t>Daar</a:t>
            </a:r>
            <a:r>
              <a:rPr lang="en-ZA" sz="3600" dirty="0"/>
              <a:t> is </a:t>
            </a:r>
            <a:r>
              <a:rPr lang="en-ZA" sz="3600" dirty="0" err="1"/>
              <a:t>niemand</a:t>
            </a:r>
            <a:r>
              <a:rPr lang="en-ZA" sz="3600" dirty="0"/>
              <a:t> </a:t>
            </a:r>
            <a:r>
              <a:rPr lang="en-ZA" sz="3600" dirty="0" err="1"/>
              <a:t>anders</a:t>
            </a:r>
            <a:r>
              <a:rPr lang="en-ZA" sz="3600" dirty="0"/>
              <a:t> wat </a:t>
            </a:r>
            <a:r>
              <a:rPr lang="en-ZA" sz="3600" dirty="0" err="1"/>
              <a:t>lewe</a:t>
            </a:r>
            <a:r>
              <a:rPr lang="en-ZA" sz="3600" dirty="0"/>
              <a:t> gee</a:t>
            </a:r>
          </a:p>
          <a:p>
            <a:pPr>
              <a:defRPr/>
            </a:pPr>
            <a:r>
              <a:rPr lang="en-ZA" sz="3600" dirty="0"/>
              <a:t>Sy naam is Jesus</a:t>
            </a:r>
          </a:p>
        </p:txBody>
      </p:sp>
      <p:sp>
        <p:nvSpPr>
          <p:cNvPr id="59395" name="Rectangle 2"/>
          <p:cNvSpPr>
            <a:spLocks noGrp="1" noChangeArrowheads="1"/>
          </p:cNvSpPr>
          <p:nvPr>
            <p:ph type="title"/>
          </p:nvPr>
        </p:nvSpPr>
        <p:spPr>
          <a:xfrm>
            <a:off x="431800" y="8563"/>
            <a:ext cx="7200900" cy="720725"/>
          </a:xfrm>
        </p:spPr>
        <p:txBody>
          <a:bodyPr/>
          <a:lstStyle/>
          <a:p>
            <a:pPr>
              <a:defRPr/>
            </a:pPr>
            <a:r>
              <a:rPr lang="en-ZA" dirty="0"/>
              <a:t>Ek </a:t>
            </a:r>
            <a:r>
              <a:rPr lang="en-ZA" dirty="0" err="1"/>
              <a:t>wil</a:t>
            </a:r>
            <a:r>
              <a:rPr lang="en-ZA" dirty="0"/>
              <a:t> die Here </a:t>
            </a:r>
            <a:r>
              <a:rPr lang="en-ZA" dirty="0" err="1"/>
              <a:t>dien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34321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3"/>
          <p:cNvSpPr>
            <a:spLocks noGrp="1" noChangeArrowheads="1"/>
          </p:cNvSpPr>
          <p:nvPr>
            <p:ph idx="1"/>
          </p:nvPr>
        </p:nvSpPr>
        <p:spPr>
          <a:xfrm>
            <a:off x="431800" y="1089651"/>
            <a:ext cx="8280400" cy="540861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ZA" sz="3600"/>
              <a:t>Ek wil die Here dien met my lewe</a:t>
            </a:r>
          </a:p>
          <a:p>
            <a:pPr>
              <a:defRPr/>
            </a:pPr>
            <a:r>
              <a:rPr lang="en-ZA" sz="3600"/>
              <a:t>Want Hy alleen is God			(2x)</a:t>
            </a:r>
          </a:p>
          <a:p>
            <a:pPr>
              <a:defRPr/>
            </a:pPr>
            <a:endParaRPr lang="en-ZA" sz="3600"/>
          </a:p>
          <a:p>
            <a:pPr>
              <a:defRPr/>
            </a:pPr>
            <a:r>
              <a:rPr lang="en-ZA" sz="3600"/>
              <a:t>2. As ek bang is, is Hy daar vir my</a:t>
            </a:r>
          </a:p>
          <a:p>
            <a:pPr>
              <a:defRPr/>
            </a:pPr>
            <a:r>
              <a:rPr lang="en-ZA" sz="3600"/>
              <a:t>As dit donker is, Hy’s die Lig</a:t>
            </a:r>
          </a:p>
          <a:p>
            <a:pPr>
              <a:defRPr/>
            </a:pPr>
            <a:r>
              <a:rPr lang="en-ZA" sz="3600"/>
              <a:t>As ek alleen is, is Hy my vriend</a:t>
            </a:r>
          </a:p>
          <a:p>
            <a:pPr>
              <a:defRPr/>
            </a:pPr>
            <a:r>
              <a:rPr lang="en-ZA" sz="3600"/>
              <a:t>Sy naam is Jesus</a:t>
            </a:r>
          </a:p>
        </p:txBody>
      </p:sp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>
          <a:xfrm>
            <a:off x="431800" y="8563"/>
            <a:ext cx="7200900" cy="720725"/>
          </a:xfrm>
        </p:spPr>
        <p:txBody>
          <a:bodyPr/>
          <a:lstStyle/>
          <a:p>
            <a:pPr>
              <a:defRPr/>
            </a:pPr>
            <a:r>
              <a:rPr lang="en-ZA" sz="4800" dirty="0"/>
              <a:t>Ek </a:t>
            </a:r>
            <a:r>
              <a:rPr lang="en-ZA" sz="4800" dirty="0" err="1"/>
              <a:t>wil</a:t>
            </a:r>
            <a:r>
              <a:rPr lang="en-ZA" sz="4800" dirty="0"/>
              <a:t> die Here </a:t>
            </a:r>
            <a:r>
              <a:rPr lang="en-ZA" sz="4800" dirty="0" err="1"/>
              <a:t>dien</a:t>
            </a:r>
            <a:endParaRPr lang="en-ZA" sz="4800" dirty="0"/>
          </a:p>
        </p:txBody>
      </p:sp>
    </p:spTree>
    <p:extLst>
      <p:ext uri="{BB962C8B-B14F-4D97-AF65-F5344CB8AC3E}">
        <p14:creationId xmlns:p14="http://schemas.microsoft.com/office/powerpoint/2010/main" val="2967241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ZA"/>
              <a:t>Ek wil die Here dien met my lewe</a:t>
            </a:r>
          </a:p>
          <a:p>
            <a:pPr>
              <a:defRPr/>
            </a:pPr>
            <a:r>
              <a:rPr lang="en-ZA"/>
              <a:t>Want Hy alleen is God			(2x)</a:t>
            </a:r>
          </a:p>
          <a:p>
            <a:pPr>
              <a:defRPr/>
            </a:pPr>
            <a:endParaRPr lang="en-ZA"/>
          </a:p>
          <a:p>
            <a:pPr>
              <a:defRPr/>
            </a:pPr>
            <a:r>
              <a:rPr lang="en-ZA"/>
              <a:t>3. Vir die blindes sal Hy die pad kom wys</a:t>
            </a:r>
          </a:p>
          <a:p>
            <a:pPr>
              <a:defRPr/>
            </a:pPr>
            <a:r>
              <a:rPr lang="en-ZA"/>
              <a:t>Vir die swakkes sal Hy help</a:t>
            </a:r>
          </a:p>
          <a:p>
            <a:pPr>
              <a:defRPr/>
            </a:pPr>
            <a:r>
              <a:rPr lang="en-ZA"/>
              <a:t>Vir die siekes sal Hy genesing bring</a:t>
            </a:r>
          </a:p>
          <a:p>
            <a:pPr>
              <a:defRPr/>
            </a:pPr>
            <a:r>
              <a:rPr lang="en-ZA"/>
              <a:t>Sy naam is Jesus</a:t>
            </a:r>
          </a:p>
        </p:txBody>
      </p:sp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>
          <a:xfrm>
            <a:off x="431800" y="368300"/>
            <a:ext cx="7200900" cy="720725"/>
          </a:xfrm>
        </p:spPr>
        <p:txBody>
          <a:bodyPr/>
          <a:lstStyle/>
          <a:p>
            <a:pPr>
              <a:defRPr/>
            </a:pPr>
            <a:r>
              <a:rPr lang="en-ZA"/>
              <a:t>Ek wil die Here dien</a:t>
            </a:r>
          </a:p>
        </p:txBody>
      </p:sp>
    </p:spTree>
    <p:extLst>
      <p:ext uri="{BB962C8B-B14F-4D97-AF65-F5344CB8AC3E}">
        <p14:creationId xmlns:p14="http://schemas.microsoft.com/office/powerpoint/2010/main" val="2859156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3"/>
          <p:cNvSpPr>
            <a:spLocks noGrp="1" noChangeArrowheads="1"/>
          </p:cNvSpPr>
          <p:nvPr>
            <p:ph idx="1"/>
          </p:nvPr>
        </p:nvSpPr>
        <p:spPr>
          <a:xfrm>
            <a:off x="431800" y="1089651"/>
            <a:ext cx="8280400" cy="5408612"/>
          </a:xfrm>
        </p:spPr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ZA" sz="3600" dirty="0"/>
              <a:t>Ek </a:t>
            </a:r>
            <a:r>
              <a:rPr lang="en-ZA" sz="3600" dirty="0" err="1"/>
              <a:t>wil</a:t>
            </a:r>
            <a:r>
              <a:rPr lang="en-ZA" sz="3600" dirty="0"/>
              <a:t> die Here </a:t>
            </a:r>
            <a:r>
              <a:rPr lang="en-ZA" sz="3600" dirty="0" err="1"/>
              <a:t>dien</a:t>
            </a:r>
            <a:r>
              <a:rPr lang="en-ZA" sz="3600" dirty="0"/>
              <a:t> met my </a:t>
            </a:r>
            <a:r>
              <a:rPr lang="en-ZA" sz="3600" dirty="0" err="1"/>
              <a:t>lewe</a:t>
            </a:r>
            <a:endParaRPr lang="en-ZA" sz="3600" dirty="0"/>
          </a:p>
          <a:p>
            <a:pPr>
              <a:defRPr/>
            </a:pPr>
            <a:r>
              <a:rPr lang="en-ZA" sz="3600" dirty="0"/>
              <a:t>Want Hy </a:t>
            </a:r>
            <a:r>
              <a:rPr lang="en-ZA" sz="3600" dirty="0" err="1"/>
              <a:t>alleen</a:t>
            </a:r>
            <a:r>
              <a:rPr lang="en-ZA" sz="3600" dirty="0"/>
              <a:t> is God			(2x)</a:t>
            </a:r>
          </a:p>
          <a:p>
            <a:pPr>
              <a:defRPr/>
            </a:pPr>
            <a:endParaRPr lang="en-ZA" sz="3600" dirty="0"/>
          </a:p>
          <a:p>
            <a:pPr>
              <a:defRPr/>
            </a:pPr>
            <a:r>
              <a:rPr lang="en-ZA" sz="3600" dirty="0"/>
              <a:t>4. Vir die </a:t>
            </a:r>
            <a:r>
              <a:rPr lang="en-ZA" sz="3600" dirty="0" err="1"/>
              <a:t>sondaars</a:t>
            </a:r>
            <a:r>
              <a:rPr lang="en-ZA" sz="3600" dirty="0"/>
              <a:t> </a:t>
            </a:r>
            <a:r>
              <a:rPr lang="en-ZA" sz="3600" dirty="0" err="1"/>
              <a:t>wil</a:t>
            </a:r>
            <a:r>
              <a:rPr lang="en-ZA" sz="3600" dirty="0"/>
              <a:t> Hy </a:t>
            </a:r>
            <a:r>
              <a:rPr lang="en-ZA" sz="3600" dirty="0" err="1"/>
              <a:t>verlossing</a:t>
            </a:r>
            <a:r>
              <a:rPr lang="en-ZA" sz="3600" dirty="0"/>
              <a:t> bring</a:t>
            </a:r>
          </a:p>
          <a:p>
            <a:pPr>
              <a:defRPr/>
            </a:pPr>
            <a:r>
              <a:rPr lang="en-ZA" sz="3600" dirty="0"/>
              <a:t>Die </a:t>
            </a:r>
            <a:r>
              <a:rPr lang="en-ZA" sz="3600" dirty="0" err="1"/>
              <a:t>gevangenes</a:t>
            </a:r>
            <a:r>
              <a:rPr lang="en-ZA" sz="3600" dirty="0"/>
              <a:t> </a:t>
            </a:r>
            <a:r>
              <a:rPr lang="en-ZA" sz="3600" dirty="0" err="1"/>
              <a:t>laat</a:t>
            </a:r>
            <a:r>
              <a:rPr lang="en-ZA" sz="3600" dirty="0"/>
              <a:t> Hy </a:t>
            </a:r>
            <a:r>
              <a:rPr lang="en-ZA" sz="3600" dirty="0" err="1"/>
              <a:t>vry</a:t>
            </a:r>
            <a:endParaRPr lang="en-ZA" sz="3600" dirty="0"/>
          </a:p>
          <a:p>
            <a:pPr>
              <a:defRPr/>
            </a:pPr>
            <a:r>
              <a:rPr lang="en-ZA" sz="3600" dirty="0"/>
              <a:t>Die wat </a:t>
            </a:r>
            <a:r>
              <a:rPr lang="en-ZA" sz="3600" dirty="0" err="1"/>
              <a:t>hartseer</a:t>
            </a:r>
            <a:r>
              <a:rPr lang="en-ZA" sz="3600" dirty="0"/>
              <a:t> is </a:t>
            </a:r>
            <a:r>
              <a:rPr lang="en-ZA" sz="3600" dirty="0" err="1"/>
              <a:t>sal</a:t>
            </a:r>
            <a:r>
              <a:rPr lang="en-ZA" sz="3600" dirty="0"/>
              <a:t> Hy </a:t>
            </a:r>
            <a:r>
              <a:rPr lang="en-ZA" sz="3600" dirty="0" err="1"/>
              <a:t>vertroos</a:t>
            </a:r>
            <a:endParaRPr lang="en-ZA" sz="3600" dirty="0"/>
          </a:p>
          <a:p>
            <a:pPr>
              <a:defRPr/>
            </a:pPr>
            <a:r>
              <a:rPr lang="en-ZA" sz="3600" dirty="0"/>
              <a:t>Sy naam is Jesus</a:t>
            </a:r>
          </a:p>
          <a:p>
            <a:pPr>
              <a:defRPr/>
            </a:pPr>
            <a:endParaRPr lang="en-ZA" sz="3600" dirty="0"/>
          </a:p>
          <a:p>
            <a:pPr>
              <a:defRPr/>
            </a:pPr>
            <a:r>
              <a:rPr lang="en-ZA" sz="3600" dirty="0"/>
              <a:t>Ek </a:t>
            </a:r>
            <a:r>
              <a:rPr lang="en-ZA" sz="3600" dirty="0" err="1"/>
              <a:t>wil</a:t>
            </a:r>
            <a:r>
              <a:rPr lang="en-ZA" sz="3600" dirty="0"/>
              <a:t> die Here </a:t>
            </a:r>
            <a:r>
              <a:rPr lang="en-ZA" sz="3600" dirty="0" err="1"/>
              <a:t>dien</a:t>
            </a:r>
            <a:r>
              <a:rPr lang="en-ZA" sz="3600" dirty="0"/>
              <a:t> met my </a:t>
            </a:r>
            <a:r>
              <a:rPr lang="en-ZA" sz="3600" dirty="0" err="1"/>
              <a:t>lewe</a:t>
            </a:r>
            <a:endParaRPr lang="en-ZA" sz="3600" dirty="0"/>
          </a:p>
          <a:p>
            <a:pPr>
              <a:defRPr/>
            </a:pPr>
            <a:r>
              <a:rPr lang="en-ZA" sz="3600" dirty="0"/>
              <a:t>Want Hy </a:t>
            </a:r>
            <a:r>
              <a:rPr lang="en-ZA" sz="3600" dirty="0" err="1"/>
              <a:t>alleen</a:t>
            </a:r>
            <a:r>
              <a:rPr lang="en-ZA" sz="3600" dirty="0"/>
              <a:t> is God			(4x)</a:t>
            </a:r>
          </a:p>
        </p:txBody>
      </p:sp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>
          <a:xfrm>
            <a:off x="431800" y="8563"/>
            <a:ext cx="7200900" cy="720725"/>
          </a:xfrm>
        </p:spPr>
        <p:txBody>
          <a:bodyPr/>
          <a:lstStyle/>
          <a:p>
            <a:pPr>
              <a:defRPr/>
            </a:pPr>
            <a:r>
              <a:rPr lang="en-ZA" sz="4800" dirty="0"/>
              <a:t>Ek </a:t>
            </a:r>
            <a:r>
              <a:rPr lang="en-ZA" sz="4800" dirty="0" err="1"/>
              <a:t>wil</a:t>
            </a:r>
            <a:r>
              <a:rPr lang="en-ZA" sz="4800" dirty="0"/>
              <a:t> die Here </a:t>
            </a:r>
            <a:r>
              <a:rPr lang="en-ZA" sz="4800" dirty="0" err="1"/>
              <a:t>dien</a:t>
            </a:r>
            <a:endParaRPr lang="en-ZA" sz="4800" dirty="0"/>
          </a:p>
        </p:txBody>
      </p:sp>
    </p:spTree>
    <p:extLst>
      <p:ext uri="{BB962C8B-B14F-4D97-AF65-F5344CB8AC3E}">
        <p14:creationId xmlns:p14="http://schemas.microsoft.com/office/powerpoint/2010/main" val="3864809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3"/>
          <p:cNvSpPr>
            <a:spLocks noGrp="1" noChangeArrowheads="1"/>
          </p:cNvSpPr>
          <p:nvPr>
            <p:ph idx="1"/>
          </p:nvPr>
        </p:nvSpPr>
        <p:spPr>
          <a:xfrm>
            <a:off x="431800" y="1089651"/>
            <a:ext cx="8280400" cy="5759786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GB" sz="3600" dirty="0"/>
              <a:t>All who are thirsty,</a:t>
            </a:r>
          </a:p>
          <a:p>
            <a:pPr>
              <a:defRPr/>
            </a:pPr>
            <a:r>
              <a:rPr lang="en-GB" sz="3600" dirty="0"/>
              <a:t>All who are weak,</a:t>
            </a:r>
          </a:p>
          <a:p>
            <a:pPr>
              <a:defRPr/>
            </a:pPr>
            <a:r>
              <a:rPr lang="en-GB" sz="3600" dirty="0"/>
              <a:t>Come to the fountain,</a:t>
            </a:r>
          </a:p>
          <a:p>
            <a:pPr>
              <a:defRPr/>
            </a:pPr>
            <a:r>
              <a:rPr lang="en-GB" sz="3600" dirty="0"/>
              <a:t>Dip your heart in the stream of life</a:t>
            </a:r>
          </a:p>
          <a:p>
            <a:pPr>
              <a:defRPr/>
            </a:pPr>
            <a:r>
              <a:rPr lang="en-GB" sz="3600" dirty="0"/>
              <a:t>Let the pain and the sorrow</a:t>
            </a:r>
          </a:p>
          <a:p>
            <a:pPr>
              <a:defRPr/>
            </a:pPr>
            <a:r>
              <a:rPr lang="en-GB" sz="3600" dirty="0"/>
              <a:t>Be washed away</a:t>
            </a:r>
          </a:p>
          <a:p>
            <a:pPr>
              <a:defRPr/>
            </a:pPr>
            <a:r>
              <a:rPr lang="en-GB" sz="3600" dirty="0"/>
              <a:t>In the waves of his mercy</a:t>
            </a:r>
          </a:p>
          <a:p>
            <a:pPr>
              <a:defRPr/>
            </a:pPr>
            <a:r>
              <a:rPr lang="en-GB" sz="3600" dirty="0"/>
              <a:t>As deep cries out to deep</a:t>
            </a:r>
          </a:p>
          <a:p>
            <a:pPr>
              <a:defRPr/>
            </a:pPr>
            <a:endParaRPr lang="en-GB" sz="3600" dirty="0"/>
          </a:p>
          <a:p>
            <a:pPr>
              <a:defRPr/>
            </a:pPr>
            <a:r>
              <a:rPr lang="en-GB" sz="3600" dirty="0"/>
              <a:t>Come, Lord Jesus, come.  (4x)</a:t>
            </a:r>
          </a:p>
        </p:txBody>
      </p:sp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>
          <a:xfrm>
            <a:off x="431800" y="8563"/>
            <a:ext cx="7200900" cy="720725"/>
          </a:xfrm>
        </p:spPr>
        <p:txBody>
          <a:bodyPr/>
          <a:lstStyle/>
          <a:p>
            <a:pPr>
              <a:defRPr/>
            </a:pPr>
            <a:r>
              <a:rPr lang="en-ZA" sz="4400" dirty="0"/>
              <a:t>All who are thirsty</a:t>
            </a:r>
          </a:p>
        </p:txBody>
      </p:sp>
    </p:spTree>
    <p:extLst>
      <p:ext uri="{BB962C8B-B14F-4D97-AF65-F5344CB8AC3E}">
        <p14:creationId xmlns:p14="http://schemas.microsoft.com/office/powerpoint/2010/main" val="3723177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3"/>
          <p:cNvSpPr>
            <a:spLocks noGrp="1" noChangeArrowheads="1"/>
          </p:cNvSpPr>
          <p:nvPr>
            <p:ph idx="1"/>
          </p:nvPr>
        </p:nvSpPr>
        <p:spPr>
          <a:xfrm>
            <a:off x="431800" y="1089651"/>
            <a:ext cx="8280400" cy="540861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ZA" sz="3200"/>
              <a:t>This is the air I breathe</a:t>
            </a:r>
          </a:p>
          <a:p>
            <a:pPr>
              <a:defRPr/>
            </a:pPr>
            <a:r>
              <a:rPr lang="en-ZA" sz="3200"/>
              <a:t>This is the air I breathe</a:t>
            </a:r>
          </a:p>
          <a:p>
            <a:pPr>
              <a:defRPr/>
            </a:pPr>
            <a:r>
              <a:rPr lang="en-ZA" sz="3200"/>
              <a:t>Your holy presence living in me</a:t>
            </a:r>
          </a:p>
          <a:p>
            <a:pPr>
              <a:defRPr/>
            </a:pPr>
            <a:r>
              <a:rPr lang="en-ZA" sz="3200"/>
              <a:t>This is my daily bread</a:t>
            </a:r>
          </a:p>
          <a:p>
            <a:pPr>
              <a:defRPr/>
            </a:pPr>
            <a:r>
              <a:rPr lang="en-ZA" sz="3200"/>
              <a:t>This is my daily bread</a:t>
            </a:r>
          </a:p>
          <a:p>
            <a:pPr>
              <a:defRPr/>
            </a:pPr>
            <a:r>
              <a:rPr lang="en-ZA" sz="3200"/>
              <a:t>Your very word spoken to me</a:t>
            </a:r>
          </a:p>
          <a:p>
            <a:pPr>
              <a:defRPr/>
            </a:pPr>
            <a:endParaRPr lang="en-ZA" sz="3200"/>
          </a:p>
          <a:p>
            <a:pPr>
              <a:defRPr/>
            </a:pPr>
            <a:r>
              <a:rPr lang="en-ZA" sz="3200"/>
              <a:t>And I, I’m desperate for You</a:t>
            </a:r>
          </a:p>
          <a:p>
            <a:pPr>
              <a:defRPr/>
            </a:pPr>
            <a:r>
              <a:rPr lang="en-ZA" sz="3200"/>
              <a:t>And I, I’m lost without You</a:t>
            </a:r>
          </a:p>
        </p:txBody>
      </p:sp>
      <p:sp>
        <p:nvSpPr>
          <p:cNvPr id="227331" name="Rectangle 2"/>
          <p:cNvSpPr>
            <a:spLocks noGrp="1" noChangeArrowheads="1"/>
          </p:cNvSpPr>
          <p:nvPr>
            <p:ph type="title"/>
          </p:nvPr>
        </p:nvSpPr>
        <p:spPr>
          <a:xfrm>
            <a:off x="431800" y="8563"/>
            <a:ext cx="7200900" cy="720725"/>
          </a:xfrm>
        </p:spPr>
        <p:txBody>
          <a:bodyPr/>
          <a:lstStyle/>
          <a:p>
            <a:pPr>
              <a:defRPr/>
            </a:pPr>
            <a:r>
              <a:rPr lang="en-ZA" sz="4400" dirty="0"/>
              <a:t>This is the air I breathe</a:t>
            </a:r>
          </a:p>
        </p:txBody>
      </p:sp>
    </p:spTree>
    <p:extLst>
      <p:ext uri="{BB962C8B-B14F-4D97-AF65-F5344CB8AC3E}">
        <p14:creationId xmlns:p14="http://schemas.microsoft.com/office/powerpoint/2010/main" val="4001867484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3"/>
          <p:cNvSpPr>
            <a:spLocks noGrp="1" noChangeArrowheads="1"/>
          </p:cNvSpPr>
          <p:nvPr>
            <p:ph idx="1"/>
          </p:nvPr>
        </p:nvSpPr>
        <p:spPr>
          <a:xfrm>
            <a:off x="431799" y="1089651"/>
            <a:ext cx="8100707" cy="540861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ZA" sz="3600" dirty="0" err="1"/>
              <a:t>Soos</a:t>
            </a:r>
            <a:r>
              <a:rPr lang="en-ZA" sz="3600" dirty="0"/>
              <a:t> ’n </a:t>
            </a:r>
            <a:r>
              <a:rPr lang="en-ZA" sz="3600" dirty="0" err="1"/>
              <a:t>wildsbok</a:t>
            </a:r>
            <a:r>
              <a:rPr lang="en-ZA" sz="3600" dirty="0"/>
              <a:t> wat </a:t>
            </a:r>
            <a:r>
              <a:rPr lang="en-ZA" sz="3600" dirty="0" err="1"/>
              <a:t>smag</a:t>
            </a:r>
            <a:r>
              <a:rPr lang="en-ZA" sz="3600" dirty="0"/>
              <a:t> </a:t>
            </a:r>
            <a:r>
              <a:rPr lang="en-ZA" sz="3600" dirty="0" err="1"/>
              <a:t>na</a:t>
            </a:r>
            <a:r>
              <a:rPr lang="en-ZA" sz="3600" dirty="0"/>
              <a:t> water,</a:t>
            </a:r>
          </a:p>
          <a:p>
            <a:pPr>
              <a:defRPr/>
            </a:pPr>
            <a:r>
              <a:rPr lang="en-ZA" sz="3600" dirty="0" err="1"/>
              <a:t>Smag</a:t>
            </a:r>
            <a:r>
              <a:rPr lang="en-ZA" sz="3600" dirty="0"/>
              <a:t> my </a:t>
            </a:r>
            <a:r>
              <a:rPr lang="en-ZA" sz="3600" dirty="0" err="1"/>
              <a:t>siel</a:t>
            </a:r>
            <a:r>
              <a:rPr lang="en-ZA" sz="3600" dirty="0"/>
              <a:t> </a:t>
            </a:r>
            <a:r>
              <a:rPr lang="en-ZA" sz="3600" dirty="0" err="1"/>
              <a:t>na</a:t>
            </a:r>
            <a:r>
              <a:rPr lang="en-ZA" sz="3600" dirty="0"/>
              <a:t> U, o Heer.</a:t>
            </a:r>
          </a:p>
          <a:p>
            <a:pPr>
              <a:defRPr/>
            </a:pPr>
            <a:r>
              <a:rPr lang="en-ZA" sz="3600" dirty="0"/>
              <a:t>U </a:t>
            </a:r>
            <a:r>
              <a:rPr lang="en-ZA" sz="3600" dirty="0" err="1"/>
              <a:t>alleen</a:t>
            </a:r>
            <a:r>
              <a:rPr lang="en-ZA" sz="3600" dirty="0"/>
              <a:t> is my </a:t>
            </a:r>
            <a:r>
              <a:rPr lang="en-ZA" sz="3600" dirty="0" err="1"/>
              <a:t>hartsverlange</a:t>
            </a:r>
            <a:endParaRPr lang="en-ZA" sz="3600" dirty="0"/>
          </a:p>
          <a:p>
            <a:pPr>
              <a:defRPr/>
            </a:pPr>
            <a:r>
              <a:rPr lang="en-ZA" sz="3600" dirty="0"/>
              <a:t>En ek bring </a:t>
            </a:r>
            <a:r>
              <a:rPr lang="en-ZA" sz="3600" dirty="0" err="1"/>
              <a:t>aan</a:t>
            </a:r>
            <a:r>
              <a:rPr lang="en-ZA" sz="3600" dirty="0"/>
              <a:t> U die </a:t>
            </a:r>
            <a:r>
              <a:rPr lang="en-ZA" sz="3600" dirty="0" err="1"/>
              <a:t>eer</a:t>
            </a:r>
            <a:r>
              <a:rPr lang="en-ZA" sz="3600" dirty="0"/>
              <a:t>.</a:t>
            </a:r>
          </a:p>
          <a:p>
            <a:pPr>
              <a:defRPr/>
            </a:pPr>
            <a:r>
              <a:rPr lang="en-ZA" sz="3600" dirty="0"/>
              <a:t>U </a:t>
            </a:r>
            <a:r>
              <a:rPr lang="en-ZA" sz="3600" dirty="0" err="1"/>
              <a:t>alleen</a:t>
            </a:r>
            <a:r>
              <a:rPr lang="en-ZA" sz="3600" dirty="0"/>
              <a:t> is my </a:t>
            </a:r>
            <a:r>
              <a:rPr lang="en-ZA" sz="3600" dirty="0" err="1"/>
              <a:t>bron</a:t>
            </a:r>
            <a:r>
              <a:rPr lang="en-ZA" sz="3600" dirty="0"/>
              <a:t> van </a:t>
            </a:r>
            <a:r>
              <a:rPr lang="en-ZA" sz="3600" dirty="0" err="1"/>
              <a:t>krag</a:t>
            </a:r>
            <a:r>
              <a:rPr lang="en-ZA" sz="3600" dirty="0"/>
              <a:t>;</a:t>
            </a:r>
          </a:p>
          <a:p>
            <a:pPr>
              <a:defRPr/>
            </a:pPr>
            <a:r>
              <a:rPr lang="en-ZA" sz="3600" dirty="0"/>
              <a:t>In U </a:t>
            </a:r>
            <a:r>
              <a:rPr lang="en-ZA" sz="3600" dirty="0" err="1"/>
              <a:t>teenwoordigheid</a:t>
            </a:r>
            <a:r>
              <a:rPr lang="en-ZA" sz="3600" dirty="0"/>
              <a:t> </a:t>
            </a:r>
            <a:r>
              <a:rPr lang="en-ZA" sz="3600" dirty="0" err="1"/>
              <a:t>wil</a:t>
            </a:r>
            <a:r>
              <a:rPr lang="en-ZA" sz="3600" dirty="0"/>
              <a:t> ek wag.</a:t>
            </a:r>
          </a:p>
          <a:p>
            <a:pPr>
              <a:defRPr/>
            </a:pPr>
            <a:r>
              <a:rPr lang="en-ZA" sz="3600" dirty="0"/>
              <a:t>U </a:t>
            </a:r>
            <a:r>
              <a:rPr lang="en-ZA" sz="3600" dirty="0" err="1"/>
              <a:t>alleen</a:t>
            </a:r>
            <a:r>
              <a:rPr lang="en-ZA" sz="3600" dirty="0"/>
              <a:t> is my </a:t>
            </a:r>
            <a:r>
              <a:rPr lang="en-ZA" sz="3600" dirty="0" err="1"/>
              <a:t>hartsverlange</a:t>
            </a:r>
            <a:endParaRPr lang="en-ZA" sz="3600" dirty="0"/>
          </a:p>
          <a:p>
            <a:pPr>
              <a:defRPr/>
            </a:pPr>
            <a:r>
              <a:rPr lang="en-ZA" sz="3600" dirty="0"/>
              <a:t>En ek bring </a:t>
            </a:r>
            <a:r>
              <a:rPr lang="en-ZA" sz="3600" dirty="0" err="1"/>
              <a:t>aan</a:t>
            </a:r>
            <a:r>
              <a:rPr lang="en-ZA" sz="3600" dirty="0"/>
              <a:t> U die </a:t>
            </a:r>
            <a:r>
              <a:rPr lang="en-ZA" sz="3600" dirty="0" err="1"/>
              <a:t>eer</a:t>
            </a:r>
            <a:r>
              <a:rPr lang="en-ZA" sz="3600" dirty="0"/>
              <a:t>.</a:t>
            </a:r>
          </a:p>
        </p:txBody>
      </p:sp>
      <p:sp>
        <p:nvSpPr>
          <p:cNvPr id="214019" name="Rectangle 2"/>
          <p:cNvSpPr>
            <a:spLocks noGrp="1" noChangeArrowheads="1"/>
          </p:cNvSpPr>
          <p:nvPr>
            <p:ph type="title"/>
          </p:nvPr>
        </p:nvSpPr>
        <p:spPr>
          <a:xfrm>
            <a:off x="431799" y="8563"/>
            <a:ext cx="7920683" cy="720725"/>
          </a:xfrm>
        </p:spPr>
        <p:txBody>
          <a:bodyPr/>
          <a:lstStyle/>
          <a:p>
            <a:pPr>
              <a:defRPr/>
            </a:pPr>
            <a:r>
              <a:rPr lang="en-ZA" sz="4800" dirty="0" err="1"/>
              <a:t>Soos</a:t>
            </a:r>
            <a:r>
              <a:rPr lang="en-ZA" sz="4800" dirty="0"/>
              <a:t> ’n </a:t>
            </a:r>
            <a:r>
              <a:rPr lang="en-ZA" sz="4800" dirty="0" err="1"/>
              <a:t>wildsbok</a:t>
            </a:r>
            <a:r>
              <a:rPr lang="en-ZA" sz="4800" dirty="0"/>
              <a:t> (Psalm 42)</a:t>
            </a:r>
          </a:p>
        </p:txBody>
      </p:sp>
    </p:spTree>
    <p:extLst>
      <p:ext uri="{BB962C8B-B14F-4D97-AF65-F5344CB8AC3E}">
        <p14:creationId xmlns:p14="http://schemas.microsoft.com/office/powerpoint/2010/main" val="713699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endParaRPr lang="en-ZA" dirty="0"/>
          </a:p>
        </p:txBody>
      </p:sp>
      <p:sp>
        <p:nvSpPr>
          <p:cNvPr id="214019" name="Rectangle 2"/>
          <p:cNvSpPr>
            <a:spLocks noGrp="1" noChangeArrowheads="1"/>
          </p:cNvSpPr>
          <p:nvPr>
            <p:ph type="title"/>
          </p:nvPr>
        </p:nvSpPr>
        <p:spPr>
          <a:xfrm>
            <a:off x="431800" y="368300"/>
            <a:ext cx="7200900" cy="720725"/>
          </a:xfrm>
        </p:spPr>
        <p:txBody>
          <a:bodyPr/>
          <a:lstStyle/>
          <a:p>
            <a:pPr>
              <a:defRPr/>
            </a:pP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528903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3"/>
          <p:cNvSpPr>
            <a:spLocks noGrp="1" noChangeArrowheads="1"/>
          </p:cNvSpPr>
          <p:nvPr>
            <p:ph idx="1"/>
          </p:nvPr>
        </p:nvSpPr>
        <p:spPr>
          <a:xfrm>
            <a:off x="431800" y="1089651"/>
            <a:ext cx="8280400" cy="5759786"/>
          </a:xfrm>
        </p:spPr>
        <p:txBody>
          <a:bodyPr>
            <a:normAutofit fontScale="92500"/>
          </a:bodyPr>
          <a:lstStyle/>
          <a:p>
            <a:pPr marL="0" indent="0">
              <a:defRPr/>
            </a:pPr>
            <a:r>
              <a:rPr lang="en-ZA" sz="3600" dirty="0"/>
              <a:t>1. Amazing Grace, how sweet the sound</a:t>
            </a:r>
          </a:p>
          <a:p>
            <a:pPr marL="514350" indent="-514350">
              <a:defRPr/>
            </a:pPr>
            <a:r>
              <a:rPr lang="en-ZA" sz="3600" dirty="0"/>
              <a:t>That saved a wretch like me.</a:t>
            </a:r>
          </a:p>
          <a:p>
            <a:pPr>
              <a:defRPr/>
            </a:pPr>
            <a:r>
              <a:rPr lang="en-ZA" sz="3600" dirty="0"/>
              <a:t>I once was lost but now am found</a:t>
            </a:r>
          </a:p>
          <a:p>
            <a:pPr>
              <a:defRPr/>
            </a:pPr>
            <a:r>
              <a:rPr lang="en-ZA" sz="3600" dirty="0"/>
              <a:t>Was blind, but now, I see.</a:t>
            </a:r>
          </a:p>
          <a:p>
            <a:pPr>
              <a:defRPr/>
            </a:pPr>
            <a:endParaRPr lang="en-ZA" sz="3600" dirty="0"/>
          </a:p>
          <a:p>
            <a:pPr>
              <a:defRPr/>
            </a:pPr>
            <a:r>
              <a:rPr lang="en-ZA" sz="3600" dirty="0"/>
              <a:t>2. </a:t>
            </a:r>
            <a:r>
              <a:rPr lang="en-ZA" sz="3600" dirty="0" err="1"/>
              <a:t>Ek</a:t>
            </a:r>
            <a:r>
              <a:rPr lang="en-ZA" sz="3600" dirty="0"/>
              <a:t> is die </a:t>
            </a:r>
            <a:r>
              <a:rPr lang="en-ZA" sz="3600" dirty="0" err="1"/>
              <a:t>naam</a:t>
            </a:r>
            <a:r>
              <a:rPr lang="en-ZA" sz="3600" dirty="0"/>
              <a:t> van kind </a:t>
            </a:r>
            <a:r>
              <a:rPr lang="en-ZA" sz="3600" dirty="0" err="1"/>
              <a:t>nie</a:t>
            </a:r>
            <a:r>
              <a:rPr lang="en-ZA" sz="3600" dirty="0"/>
              <a:t> </a:t>
            </a:r>
            <a:r>
              <a:rPr lang="en-ZA" sz="3600" dirty="0" err="1"/>
              <a:t>werd</a:t>
            </a:r>
            <a:r>
              <a:rPr lang="en-ZA" sz="3600" dirty="0"/>
              <a:t> –</a:t>
            </a:r>
          </a:p>
          <a:p>
            <a:pPr>
              <a:defRPr/>
            </a:pPr>
            <a:r>
              <a:rPr lang="en-ZA" sz="3600" dirty="0" err="1"/>
              <a:t>Wou</a:t>
            </a:r>
            <a:r>
              <a:rPr lang="en-ZA" sz="3600" dirty="0"/>
              <a:t> self my sake </a:t>
            </a:r>
            <a:r>
              <a:rPr lang="en-ZA" sz="3600" dirty="0" err="1"/>
              <a:t>reël</a:t>
            </a:r>
            <a:r>
              <a:rPr lang="en-ZA" sz="3600" dirty="0"/>
              <a:t>.</a:t>
            </a:r>
          </a:p>
          <a:p>
            <a:pPr>
              <a:defRPr/>
            </a:pPr>
            <a:r>
              <a:rPr lang="en-ZA" sz="3600" dirty="0"/>
              <a:t>My </a:t>
            </a:r>
            <a:r>
              <a:rPr lang="en-ZA" sz="3600" dirty="0" err="1"/>
              <a:t>lewe</a:t>
            </a:r>
            <a:r>
              <a:rPr lang="en-ZA" sz="3600" dirty="0"/>
              <a:t>, </a:t>
            </a:r>
            <a:r>
              <a:rPr lang="en-ZA" sz="3600" dirty="0" err="1"/>
              <a:t>kanse</a:t>
            </a:r>
            <a:r>
              <a:rPr lang="en-ZA" sz="3600" dirty="0"/>
              <a:t>, </a:t>
            </a:r>
            <a:r>
              <a:rPr lang="en-ZA" sz="3600" dirty="0" err="1"/>
              <a:t>tyd</a:t>
            </a:r>
            <a:r>
              <a:rPr lang="en-ZA" sz="3600" dirty="0"/>
              <a:t> en geld</a:t>
            </a:r>
          </a:p>
          <a:p>
            <a:pPr>
              <a:defRPr/>
            </a:pPr>
            <a:r>
              <a:rPr lang="en-ZA" sz="3600" dirty="0"/>
              <a:t>Is </a:t>
            </a:r>
            <a:r>
              <a:rPr lang="en-ZA" sz="3600" dirty="0" err="1"/>
              <a:t>nutteloos</a:t>
            </a:r>
            <a:r>
              <a:rPr lang="en-ZA" sz="3600" dirty="0"/>
              <a:t> </a:t>
            </a:r>
            <a:r>
              <a:rPr lang="en-ZA" sz="3600" dirty="0" err="1"/>
              <a:t>verspeel</a:t>
            </a:r>
            <a:r>
              <a:rPr lang="en-ZA" sz="3600" dirty="0"/>
              <a:t>.</a:t>
            </a:r>
          </a:p>
        </p:txBody>
      </p:sp>
      <p:sp>
        <p:nvSpPr>
          <p:cNvPr id="67587" name="Rectangle 2"/>
          <p:cNvSpPr>
            <a:spLocks noGrp="1" noChangeArrowheads="1"/>
          </p:cNvSpPr>
          <p:nvPr>
            <p:ph type="title"/>
          </p:nvPr>
        </p:nvSpPr>
        <p:spPr>
          <a:xfrm>
            <a:off x="431800" y="8563"/>
            <a:ext cx="7200900" cy="720725"/>
          </a:xfrm>
        </p:spPr>
        <p:txBody>
          <a:bodyPr/>
          <a:lstStyle/>
          <a:p>
            <a:pPr>
              <a:defRPr/>
            </a:pPr>
            <a:r>
              <a:rPr lang="en-ZA" sz="4400"/>
              <a:t>Genade, onbeskryflik (L510)</a:t>
            </a:r>
          </a:p>
        </p:txBody>
      </p:sp>
    </p:spTree>
    <p:extLst>
      <p:ext uri="{BB962C8B-B14F-4D97-AF65-F5344CB8AC3E}">
        <p14:creationId xmlns:p14="http://schemas.microsoft.com/office/powerpoint/2010/main" val="2252979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3"/>
          <p:cNvSpPr>
            <a:spLocks noGrp="1" noChangeArrowheads="1"/>
          </p:cNvSpPr>
          <p:nvPr>
            <p:ph idx="1"/>
          </p:nvPr>
        </p:nvSpPr>
        <p:spPr>
          <a:xfrm>
            <a:off x="431799" y="1089651"/>
            <a:ext cx="8460753" cy="5759786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ZA" sz="3600" dirty="0"/>
              <a:t>3. </a:t>
            </a:r>
            <a:r>
              <a:rPr lang="en-ZA" sz="3600" dirty="0" err="1"/>
              <a:t>Maar</a:t>
            </a:r>
            <a:r>
              <a:rPr lang="en-ZA" sz="3600" dirty="0"/>
              <a:t> U </a:t>
            </a:r>
            <a:r>
              <a:rPr lang="en-ZA" sz="3600" dirty="0" err="1"/>
              <a:t>sien</a:t>
            </a:r>
            <a:r>
              <a:rPr lang="en-ZA" sz="3600" dirty="0"/>
              <a:t> </a:t>
            </a:r>
            <a:r>
              <a:rPr lang="en-ZA" sz="3600" dirty="0" err="1"/>
              <a:t>ver</a:t>
            </a:r>
            <a:r>
              <a:rPr lang="en-ZA" sz="3600" dirty="0"/>
              <a:t>, </a:t>
            </a:r>
            <a:r>
              <a:rPr lang="en-ZA" sz="3600" dirty="0" err="1"/>
              <a:t>oneindig</a:t>
            </a:r>
            <a:r>
              <a:rPr lang="en-ZA" sz="3600" dirty="0"/>
              <a:t> ver.</a:t>
            </a:r>
          </a:p>
          <a:p>
            <a:pPr>
              <a:defRPr/>
            </a:pPr>
            <a:r>
              <a:rPr lang="en-ZA" sz="3600" dirty="0"/>
              <a:t>U </a:t>
            </a:r>
            <a:r>
              <a:rPr lang="en-ZA" sz="3600" dirty="0" err="1"/>
              <a:t>sien</a:t>
            </a:r>
            <a:r>
              <a:rPr lang="en-ZA" sz="3600" dirty="0"/>
              <a:t> my </a:t>
            </a:r>
            <a:r>
              <a:rPr lang="en-ZA" sz="3600" dirty="0" err="1"/>
              <a:t>honger</a:t>
            </a:r>
            <a:r>
              <a:rPr lang="en-ZA" sz="3600" dirty="0"/>
              <a:t>, </a:t>
            </a:r>
            <a:r>
              <a:rPr lang="en-ZA" sz="3600" dirty="0" err="1"/>
              <a:t>dors</a:t>
            </a:r>
            <a:r>
              <a:rPr lang="en-ZA" sz="3600" dirty="0"/>
              <a:t>.</a:t>
            </a:r>
          </a:p>
          <a:p>
            <a:pPr>
              <a:defRPr/>
            </a:pPr>
            <a:r>
              <a:rPr lang="en-ZA" sz="3600" dirty="0" err="1"/>
              <a:t>Nog</a:t>
            </a:r>
            <a:r>
              <a:rPr lang="en-ZA" sz="3600" dirty="0"/>
              <a:t> </a:t>
            </a:r>
            <a:r>
              <a:rPr lang="en-ZA" sz="3600" dirty="0" err="1"/>
              <a:t>voordat</a:t>
            </a:r>
            <a:r>
              <a:rPr lang="en-ZA" sz="3600" dirty="0"/>
              <a:t> </a:t>
            </a:r>
            <a:r>
              <a:rPr lang="en-ZA" sz="3600" dirty="0" err="1"/>
              <a:t>ek</a:t>
            </a:r>
            <a:r>
              <a:rPr lang="en-ZA" sz="3600" dirty="0"/>
              <a:t> </a:t>
            </a:r>
            <a:r>
              <a:rPr lang="en-ZA" sz="3600" dirty="0" err="1"/>
              <a:t>kon</a:t>
            </a:r>
            <a:r>
              <a:rPr lang="en-ZA" sz="3600" dirty="0"/>
              <a:t> </a:t>
            </a:r>
            <a:r>
              <a:rPr lang="en-ZA" sz="3600" dirty="0" err="1"/>
              <a:t>skuld</a:t>
            </a:r>
            <a:r>
              <a:rPr lang="en-ZA" sz="3600" dirty="0"/>
              <a:t> </a:t>
            </a:r>
            <a:r>
              <a:rPr lang="en-ZA" sz="3600" dirty="0" err="1"/>
              <a:t>bely</a:t>
            </a:r>
            <a:r>
              <a:rPr lang="en-ZA" sz="3600" dirty="0"/>
              <a:t>,</a:t>
            </a:r>
          </a:p>
          <a:p>
            <a:pPr>
              <a:defRPr/>
            </a:pPr>
            <a:r>
              <a:rPr lang="en-ZA" sz="3600" dirty="0" err="1"/>
              <a:t>Druk</a:t>
            </a:r>
            <a:r>
              <a:rPr lang="en-ZA" sz="3600" dirty="0"/>
              <a:t> U my </a:t>
            </a:r>
            <a:r>
              <a:rPr lang="en-ZA" sz="3600" dirty="0" err="1"/>
              <a:t>aan</a:t>
            </a:r>
            <a:r>
              <a:rPr lang="en-ZA" sz="3600" dirty="0"/>
              <a:t> die </a:t>
            </a:r>
            <a:r>
              <a:rPr lang="en-ZA" sz="3600" dirty="0" err="1"/>
              <a:t>bors</a:t>
            </a:r>
            <a:r>
              <a:rPr lang="en-ZA" sz="3600" dirty="0"/>
              <a:t>.</a:t>
            </a:r>
          </a:p>
          <a:p>
            <a:pPr>
              <a:defRPr/>
            </a:pPr>
            <a:endParaRPr lang="en-ZA" sz="3600" dirty="0"/>
          </a:p>
          <a:p>
            <a:pPr>
              <a:defRPr/>
            </a:pPr>
            <a:r>
              <a:rPr lang="en-ZA" sz="3600" dirty="0"/>
              <a:t>4. </a:t>
            </a:r>
            <a:r>
              <a:rPr lang="en-ZA" sz="3600" dirty="0" err="1"/>
              <a:t>Genade</a:t>
            </a:r>
            <a:r>
              <a:rPr lang="en-ZA" sz="3600" dirty="0"/>
              <a:t>, </a:t>
            </a:r>
            <a:r>
              <a:rPr lang="en-ZA" sz="3600" dirty="0" err="1"/>
              <a:t>onbeskryflik</a:t>
            </a:r>
            <a:r>
              <a:rPr lang="en-ZA" sz="3600" dirty="0"/>
              <a:t> </a:t>
            </a:r>
            <a:r>
              <a:rPr lang="en-ZA" sz="3600" dirty="0" err="1"/>
              <a:t>groot</a:t>
            </a:r>
            <a:r>
              <a:rPr lang="en-ZA" sz="3600" dirty="0"/>
              <a:t> –</a:t>
            </a:r>
          </a:p>
          <a:p>
            <a:pPr>
              <a:defRPr/>
            </a:pPr>
            <a:r>
              <a:rPr lang="en-ZA" sz="3600" dirty="0" err="1"/>
              <a:t>Daar’s</a:t>
            </a:r>
            <a:r>
              <a:rPr lang="en-ZA" sz="3600" dirty="0"/>
              <a:t> fees, </a:t>
            </a:r>
            <a:r>
              <a:rPr lang="en-ZA" sz="3600" dirty="0" err="1"/>
              <a:t>ek</a:t>
            </a:r>
            <a:r>
              <a:rPr lang="en-ZA" sz="3600" dirty="0"/>
              <a:t> is </a:t>
            </a:r>
            <a:r>
              <a:rPr lang="en-ZA" sz="3600" dirty="0" err="1"/>
              <a:t>weer</a:t>
            </a:r>
            <a:r>
              <a:rPr lang="en-ZA" sz="3600" dirty="0"/>
              <a:t> </a:t>
            </a:r>
            <a:r>
              <a:rPr lang="en-ZA" sz="3600" dirty="0" err="1"/>
              <a:t>tuis</a:t>
            </a:r>
            <a:r>
              <a:rPr lang="en-ZA" sz="3600" dirty="0"/>
              <a:t>.</a:t>
            </a:r>
          </a:p>
          <a:p>
            <a:pPr>
              <a:defRPr/>
            </a:pPr>
            <a:r>
              <a:rPr lang="en-ZA" sz="3600" dirty="0"/>
              <a:t>U </a:t>
            </a:r>
            <a:r>
              <a:rPr lang="en-ZA" sz="3600" dirty="0" err="1"/>
              <a:t>Seun</a:t>
            </a:r>
            <a:r>
              <a:rPr lang="en-ZA" sz="3600" dirty="0"/>
              <a:t> bring my – </a:t>
            </a:r>
            <a:r>
              <a:rPr lang="en-ZA" sz="3600" dirty="0" err="1"/>
              <a:t>verlore</a:t>
            </a:r>
            <a:r>
              <a:rPr lang="en-ZA" sz="3600" dirty="0"/>
              <a:t> </a:t>
            </a:r>
            <a:r>
              <a:rPr lang="en-ZA" sz="3600" dirty="0" err="1"/>
              <a:t>mens</a:t>
            </a:r>
            <a:r>
              <a:rPr lang="en-ZA" sz="3600" dirty="0"/>
              <a:t> –</a:t>
            </a:r>
          </a:p>
          <a:p>
            <a:pPr>
              <a:defRPr/>
            </a:pPr>
            <a:r>
              <a:rPr lang="en-ZA" sz="3600" dirty="0" err="1"/>
              <a:t>Weer</a:t>
            </a:r>
            <a:r>
              <a:rPr lang="en-ZA" sz="3600" dirty="0"/>
              <a:t> in die </a:t>
            </a:r>
            <a:r>
              <a:rPr lang="en-ZA" sz="3600" dirty="0" err="1"/>
              <a:t>vaderhuis</a:t>
            </a:r>
            <a:r>
              <a:rPr lang="en-ZA" sz="3600" dirty="0"/>
              <a:t>.</a:t>
            </a:r>
          </a:p>
        </p:txBody>
      </p:sp>
      <p:sp>
        <p:nvSpPr>
          <p:cNvPr id="68611" name="Rectangle 2"/>
          <p:cNvSpPr>
            <a:spLocks noGrp="1" noChangeArrowheads="1"/>
          </p:cNvSpPr>
          <p:nvPr>
            <p:ph type="title"/>
          </p:nvPr>
        </p:nvSpPr>
        <p:spPr>
          <a:xfrm>
            <a:off x="431799" y="8563"/>
            <a:ext cx="7920684" cy="720725"/>
          </a:xfrm>
        </p:spPr>
        <p:txBody>
          <a:bodyPr/>
          <a:lstStyle/>
          <a:p>
            <a:pPr>
              <a:defRPr/>
            </a:pPr>
            <a:r>
              <a:rPr lang="en-ZA" sz="4800" dirty="0" err="1"/>
              <a:t>Genade</a:t>
            </a:r>
            <a:r>
              <a:rPr lang="en-ZA" sz="4800" dirty="0"/>
              <a:t>, </a:t>
            </a:r>
            <a:r>
              <a:rPr lang="en-ZA" sz="4800" dirty="0" err="1"/>
              <a:t>onbeskryflik</a:t>
            </a:r>
            <a:r>
              <a:rPr lang="en-ZA" sz="4800" dirty="0"/>
              <a:t> (L510)</a:t>
            </a:r>
          </a:p>
        </p:txBody>
      </p:sp>
    </p:spTree>
    <p:extLst>
      <p:ext uri="{BB962C8B-B14F-4D97-AF65-F5344CB8AC3E}">
        <p14:creationId xmlns:p14="http://schemas.microsoft.com/office/powerpoint/2010/main" val="1050611727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ahoma"/>
        <a:ea typeface=""/>
        <a:cs typeface="Times New Roman"/>
      </a:majorFont>
      <a:minorFont>
        <a:latin typeface="Tahoma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cs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cs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14686</TotalTime>
  <Words>658</Words>
  <Application>Microsoft Office PowerPoint</Application>
  <PresentationFormat>On-screen Show (4:3)</PresentationFormat>
  <Paragraphs>115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Tahoma</vt:lpstr>
      <vt:lpstr>Times New Roman</vt:lpstr>
      <vt:lpstr>Default Design</vt:lpstr>
      <vt:lpstr>Kom, dank nou almal (L188)</vt:lpstr>
      <vt:lpstr>Kom, dank nou almal (L188)</vt:lpstr>
      <vt:lpstr>Ek wil die Here dien</vt:lpstr>
      <vt:lpstr>Ek wil die Here dien</vt:lpstr>
      <vt:lpstr>Ek wil die Here dien</vt:lpstr>
      <vt:lpstr>Ek wil die Here dien</vt:lpstr>
      <vt:lpstr>All who are thirsty</vt:lpstr>
      <vt:lpstr>This is the air I breathe</vt:lpstr>
      <vt:lpstr>Soos ’n wildsbok (Psalm 42)</vt:lpstr>
      <vt:lpstr>PowerPoint Presentation</vt:lpstr>
      <vt:lpstr>Genade, onbeskryflik (L510)</vt:lpstr>
      <vt:lpstr>Genade, onbeskryflik (L510)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NGHB Lof</dc:title>
  <dc:creator>Johan</dc:creator>
  <cp:lastModifiedBy>Marius du Plessis</cp:lastModifiedBy>
  <cp:revision>1189</cp:revision>
  <dcterms:created xsi:type="dcterms:W3CDTF">2003-11-13T13:24:35Z</dcterms:created>
  <dcterms:modified xsi:type="dcterms:W3CDTF">2024-06-02T06:19:15Z</dcterms:modified>
</cp:coreProperties>
</file>